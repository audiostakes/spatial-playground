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5f1b5ac1e4210" /><Relationship Type="http://schemas.openxmlformats.org/officeDocument/2006/relationships/extended-properties" Target="/docProps/app.xml" Id="Rf4844ae7a60045fc" /><Relationship Type="http://schemas.openxmlformats.org/officeDocument/2006/relationships/officeDocument" Target="/ppt/presentation.xml" Id="R6dd681fd7aad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1d042dba2d4ccc"/>
  </p:sldMasterIdLst>
  <p:notesMasterIdLst>
    <p:notesMasterId xmlns:r="http://schemas.openxmlformats.org/officeDocument/2006/relationships" r:id="R84c27b82bcb24322"/>
  </p:notesMasterIdLst>
  <p:sldIdLst>
    <p:sldId xmlns:r="http://schemas.openxmlformats.org/officeDocument/2006/relationships" id="256" r:id="R192b5bf1f9244055"/>
    <p:sldId xmlns:r="http://schemas.openxmlformats.org/officeDocument/2006/relationships" id="257" r:id="Ra1384216051b4cc8"/>
    <p:sldId xmlns:r="http://schemas.openxmlformats.org/officeDocument/2006/relationships" id="258" r:id="R85d2d19e544b4318"/>
    <p:sldId xmlns:r="http://schemas.openxmlformats.org/officeDocument/2006/relationships" id="259" r:id="Rcb0508e464294144"/>
    <p:sldId xmlns:r="http://schemas.openxmlformats.org/officeDocument/2006/relationships" id="260" r:id="R7d2d823dff314a3c"/>
    <p:sldId xmlns:r="http://schemas.openxmlformats.org/officeDocument/2006/relationships" id="261" r:id="R31a2883f8681473e"/>
    <p:sldId xmlns:r="http://schemas.openxmlformats.org/officeDocument/2006/relationships" id="262" r:id="Ra7a13eb62d5c4a90"/>
    <p:sldId xmlns:r="http://schemas.openxmlformats.org/officeDocument/2006/relationships" id="263" r:id="R35bc138ed2244c6f"/>
    <p:sldId xmlns:r="http://schemas.openxmlformats.org/officeDocument/2006/relationships" id="264" r:id="Ree8c4ff45a7242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d042dba2d4ccc" /><Relationship Type="http://schemas.openxmlformats.org/officeDocument/2006/relationships/theme" Target="/ppt/theme/theme1.xml" Id="R73de55bb70ae4d59" /><Relationship Type="http://schemas.openxmlformats.org/officeDocument/2006/relationships/notesMaster" Target="/ppt/notesMasters/notesMaster1.xml" Id="R84c27b82bcb24322" /><Relationship Type="http://schemas.openxmlformats.org/officeDocument/2006/relationships/presProps" Target="/ppt/presProps.xml" Id="R23c013c1b9dc4441" /><Relationship Type="http://schemas.openxmlformats.org/officeDocument/2006/relationships/viewProps" Target="/ppt/viewProps.xml" Id="R2690f6203f444164" /><Relationship Type="http://schemas.openxmlformats.org/officeDocument/2006/relationships/tableStyles" Target="/ppt/tableStyles.xml" Id="R93361ab7f3ed4ad6" /><Relationship Type="http://schemas.openxmlformats.org/officeDocument/2006/relationships/slide" Target="/ppt/slides/slide1.xml" Id="R192b5bf1f9244055" /><Relationship Type="http://schemas.openxmlformats.org/officeDocument/2006/relationships/slide" Target="/ppt/slides/slide2.xml" Id="Ra1384216051b4cc8" /><Relationship Type="http://schemas.openxmlformats.org/officeDocument/2006/relationships/slide" Target="/ppt/slides/slide3.xml" Id="R85d2d19e544b4318" /><Relationship Type="http://schemas.openxmlformats.org/officeDocument/2006/relationships/slide" Target="/ppt/slides/slide4.xml" Id="Rcb0508e464294144" /><Relationship Type="http://schemas.openxmlformats.org/officeDocument/2006/relationships/slide" Target="/ppt/slides/slide5.xml" Id="R7d2d823dff314a3c" /><Relationship Type="http://schemas.openxmlformats.org/officeDocument/2006/relationships/slide" Target="/ppt/slides/slide6.xml" Id="R31a2883f8681473e" /><Relationship Type="http://schemas.openxmlformats.org/officeDocument/2006/relationships/slide" Target="/ppt/slides/slide7.xml" Id="Ra7a13eb62d5c4a90" /><Relationship Type="http://schemas.openxmlformats.org/officeDocument/2006/relationships/slide" Target="/ppt/slides/slide8.xml" Id="R35bc138ed2244c6f" /><Relationship Type="http://schemas.openxmlformats.org/officeDocument/2006/relationships/slide" Target="/ppt/slides/slide9.xml" Id="Ree8c4ff45a72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7742822583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00ea6a33b4a3a" /><Relationship Type="http://schemas.openxmlformats.org/officeDocument/2006/relationships/notesMaster" Target="/ppt/notesMasters/notesMaster1.xml" Id="R3beb9eb4766948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9ed1025b64c00" /><Relationship Type="http://schemas.openxmlformats.org/officeDocument/2006/relationships/notesMaster" Target="/ppt/notesMasters/notesMaster1.xml" Id="Rfed20921351e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0b25a2b314982" /><Relationship Type="http://schemas.openxmlformats.org/officeDocument/2006/relationships/notesMaster" Target="/ppt/notesMasters/notesMaster1.xml" Id="R833a8233df93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7e78c609843fe" /><Relationship Type="http://schemas.openxmlformats.org/officeDocument/2006/relationships/notesMaster" Target="/ppt/notesMasters/notesMaster1.xml" Id="R28ce500e62e7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591f0577d7404b" /><Relationship Type="http://schemas.openxmlformats.org/officeDocument/2006/relationships/notesMaster" Target="/ppt/notesMasters/notesMaster1.xml" Id="R563e3445081e49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c25d6f8af4a42" /><Relationship Type="http://schemas.openxmlformats.org/officeDocument/2006/relationships/notesMaster" Target="/ppt/notesMasters/notesMaster1.xml" Id="R526c4863e2ae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3975ab3ff4eba" /><Relationship Type="http://schemas.openxmlformats.org/officeDocument/2006/relationships/notesMaster" Target="/ppt/notesMasters/notesMaster1.xml" Id="R524167abfdc2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e462e35511470e" /><Relationship Type="http://schemas.openxmlformats.org/officeDocument/2006/relationships/notesMaster" Target="/ppt/notesMasters/notesMaster1.xml" Id="R347d45134d43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5514c95e41416b" /><Relationship Type="http://schemas.openxmlformats.org/officeDocument/2006/relationships/notesMaster" Target="/ppt/notesMasters/notesMaster1.xml" Id="R9cd6bdfab09e4e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3ec30c99a4e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e54b4597a34fc9" /><Relationship Type="http://schemas.openxmlformats.org/officeDocument/2006/relationships/slideLayout" Target="/ppt/slideLayouts/slideLayout2.xml" Id="R0b06e5e6041a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06e5e6041a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58a89c59545c1" /><Relationship Type="http://schemas.openxmlformats.org/officeDocument/2006/relationships/notesSlide" Target="/ppt/notesSlides/notesSlide1.xml" Id="R1c6b4b6b6991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63f4f470bd4596" /><Relationship Type="http://schemas.openxmlformats.org/officeDocument/2006/relationships/notesSlide" Target="/ppt/notesSlides/notesSlide2.xml" Id="R2ccabe41ccd149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3b956b4f54b88" /><Relationship Type="http://schemas.openxmlformats.org/officeDocument/2006/relationships/notesSlide" Target="/ppt/notesSlides/notesSlide3.xml" Id="R15e06b5bd5ba43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556c564a14862" /><Relationship Type="http://schemas.openxmlformats.org/officeDocument/2006/relationships/notesSlide" Target="/ppt/notesSlides/notesSlide4.xml" Id="Rd2140b1c28ee4e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05af5f7c14483f" /><Relationship Type="http://schemas.openxmlformats.org/officeDocument/2006/relationships/notesSlide" Target="/ppt/notesSlides/notesSlide5.xml" Id="R7b7307b391d34d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d4a4c4bba04ae1" /><Relationship Type="http://schemas.openxmlformats.org/officeDocument/2006/relationships/notesSlide" Target="/ppt/notesSlides/notesSlide6.xml" Id="R3e97ea66fbb540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4cb7de45949bb" /><Relationship Type="http://schemas.openxmlformats.org/officeDocument/2006/relationships/notesSlide" Target="/ppt/notesSlides/notesSlide7.xml" Id="Rb24acb284b0c48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0e862cf2ad4ea2" /><Relationship Type="http://schemas.openxmlformats.org/officeDocument/2006/relationships/notesSlide" Target="/ppt/notesSlides/notesSlide8.xml" Id="R898092225845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bc7632b5549cc" /><Relationship Type="http://schemas.openxmlformats.org/officeDocument/2006/relationships/notesSlide" Target="/ppt/notesSlides/notesSlide9.xml" Id="Raf6ed17446774b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E7FA8-40CE-4CCF-8F2D-916C5EB3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568EF-C9AE-4291-95EE-3921DB8F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24E8-61D2-4331-803C-473EFC2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F5A4-361A-442F-8377-42CB2AB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88B50-B450-460B-8E0E-C3C3C348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754E6-F6A6-4D70-8DA7-DF17110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100FF-73C8-43CD-9517-B32B42F3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15783-DEFD-47B5-A6B6-1EBDEBD6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C8D04-E4AB-478A-A4FD-9DC826C0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4E9D6-34C8-45CF-B485-C22EBC46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8073D-1ED6-4AA6-8CA6-3C1840B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3C590-A0BA-48FA-8FF6-93B5F0F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10C80-22D3-44AA-917F-C26C6753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50C0A-FAED-4F7B-B48B-5F28ED7E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60BCA-FBE8-4901-A8F0-CAF3CC2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1C8AE-E7FB-4E19-83F5-983FCCA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EB8E2-FE0B-4F73-BACD-33A4CE5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50522-0B4E-498E-8127-6EF2F5F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ADA91-AB1C-4B05-9951-9F769B2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C5BDF-3C89-42C3-BB3A-115F69FA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spatial-playground</a:t>
            </a:r>
          </a:p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ペーパー問題を動かして理解するためのサンプル問題集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3E642-4A23-404A-AFED-3BCE36A5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対象: 小学校受験向け visual-spatial 問題  /  目的: ペーパー問題を解く力につながるインタラクティブ教材を作る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C0D57-5078-4A23-A6BD-528B44F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219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B8957-B7EF-4F46-9F7D-BDFE7CD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すべて自作サンプル。</a:t>
            </a:r>
          </a:p>
          <a:p xmlns:a="http://schemas.openxmlformats.org/drawingml/2006/main">
            <a:pPr algn="l">
              <a:defRPr sz="180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実際の教材のコピーではない。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B10D2F-03C6-41A9-BFD8-1211A840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4476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・見ただけで問題として読める</a:t>
            </a:r>
          </a:p>
          <a:p xmlns:a="http://schemas.openxmlformats.org/drawingml/2006/main">
            <a:pPr algn="l">
              <a:defRPr sz="13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・何を考えるかが分かる</a:t>
            </a:r>
          </a:p>
          <a:p xmlns:a="http://schemas.openxmlformats.org/drawingml/2006/main">
            <a:pPr algn="l">
              <a:defRPr sz="13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・子どもが触るとどう動くかが見える</a:t>
            </a:r>
          </a:p>
          <a:p xmlns:a="http://schemas.openxmlformats.org/drawingml/2006/main">
            <a:pPr algn="l">
              <a:defRPr sz="13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・Rotation MVP から次の問題型へつなぐ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C1BF3-755E-4963-9FD5-56D38D94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4054B-64CC-4B6E-93F2-4D6355CC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 now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11CF8-1BE1-4D07-B2AC-2B1EE2E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1CE2D2-AA75-43D7-BED0-8809536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 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5D352-5973-4744-9C7E-C1179BFA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5DE28-AFF2-4A4A-82BD-A3B641C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29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 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7DD15-F8BC-464E-9A38-C66C8B7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5334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8CF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068121-7565-49FD-B3F2-5BB9BD6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問題が動きに変わると、理解が見える。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6893A-824C-472D-AB6B-B49F52F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24200"/>
            <a:ext cx="1809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C02E7-6731-43D6-ADFF-F56B39A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8286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51811A-B30F-4903-A51D-16ABCE1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789" y="3205639"/>
            <a:ext cx="81439" cy="81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5A2F4-864B-4029-8811-C0117E2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8A2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D8A24A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8535B-BF56-43B6-A885-4681820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8286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70F9B0-6549-46CE-B2DF-AB044C2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809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B4F13-ACBF-4783-AB9F-7A47D46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748" y="3205639"/>
            <a:ext cx="76010" cy="76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B2146-EA8B-404C-87B5-F4898ED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F5D8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58C4B-6F9B-4E3E-86E4-4491233A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24400"/>
            <a:ext cx="167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106DBF-6DED-4FCC-9A22-DBA4EDC0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見て</a:t>
            </a:r>
          </a:p>
          <a:p xmlns:a="http://schemas.openxmlformats.org/drawingml/2006/main">
            <a:pPr algn="ctr">
              <a:defRPr sz="135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動かして</a:t>
            </a:r>
          </a:p>
          <a:p xmlns:a="http://schemas.openxmlformats.org/drawingml/2006/main">
            <a:pPr algn="ctr">
              <a:defRPr sz="135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考える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F1B343-7C60-47D3-B2B1-E0AD6395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24400"/>
            <a:ext cx="2152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A90EDA-6D18-4E2F-9128-D1488CD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1ゲーム = 1つの認知スキル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D12A82-F4F7-4F7C-B7CE-4E42B6E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265A7-AC5A-4E30-B0F6-2CA984CE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self-made sample deck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1AD23A-1332-41DC-9E2B-B424208C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69927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70021-EAA4-4DCF-8122-9E076B4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BBBF-B4C3-4DA4-B801-7C74B967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A842B-C36D-46E7-832F-FFAC4C7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5951C-CBC3-4FF7-9743-19EE5BB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C8EA8-D2B5-470C-B666-D8FD2D7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784DA-5768-4C34-92E1-E0B423F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2185-9667-4578-BFB8-66EB688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1E2EF-CD1C-401B-9DAF-544003B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AC111-9774-4C15-8627-874CA69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D7094-2D70-4626-AF93-34569B4C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00A28-C88A-40E7-9C05-967C806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3E2CC-0847-42A6-85D1-CDAC6C48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6AD48-D226-4A24-A392-91E2C5D4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E2EF6-62C1-432D-B7FD-B28F57A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4E434-83CD-4BF9-B915-F1F5843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34BDF-F91E-42E3-BE5F-BC07067D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024E4-B1D7-46DD-A6B5-FE68EB8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7B5EE-8ACE-4766-B0CC-0EA3993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8EB45-5552-473C-A300-CB62F2E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325F4-C281-4B03-8D5C-37B6B778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対象にする問題 / 対象にしない問題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FC70F-1A89-4413-A508-75AEBAD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このデッキは visual-spatial 問題だけを、アプリ化できる形に抽象化する。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110AB-B815-4336-B92A-4AAD824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2197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EF7AE-7919-4280-A98C-A64AFFE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DDF2E-AF09-4C98-85A4-AB4279E8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802EC-64D0-403A-8540-F385B96D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対象にする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2FCA2-02EE-46E7-BAB0-F3E93B36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2C635-1021-43AB-AB36-4EA2E67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今は対象にしない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0D3A4-EAA1-49E2-AE3C-3BD666D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ADA4D-7FC6-49F7-A8D4-130C0F3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回転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EF647-9902-475A-8198-645F6AF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432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71F4E-16DE-4E83-B17A-9EB6F800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鏡・線対称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9D69B-D64F-45A4-8320-2FCB6C2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1C864-A763-4A61-AEEB-5683D50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折り紙展開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CA2B0-BCA8-492F-A2DA-093BDAE3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2FAA4-D3EE-4552-8E1C-4B2EB346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重ね図形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0C80A3-EC44-4BB2-BC11-838F1E8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433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7E359-6F35-4C55-A482-B087D8FA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観覧車・循環位置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4AB30-DAEB-46E0-B591-A22EDDA3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C9B6A1-B3DC-456E-BFFA-18B50FD1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744272-DDD0-49F6-96B0-CB17547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384811-7E82-462B-BF25-B2B7CDCB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立体・展開図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809ACF-3235-4FF3-8154-2CB885A9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CEF27C-C4EB-4408-9586-F11F2FB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切り口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F291BF-C6CC-42B9-B215-50D50CCD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B01E5F-5879-416B-8307-57313AD7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図形構成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E653C-600C-49A7-BED8-F113613B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102A25-6D25-4FC4-BA66-7B4948C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言葉遊び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7C9AEA-1916-43C7-9758-9C39291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CB67D4-7B4D-490D-A45C-BA506781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しりとり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ACA2E-D254-40F0-B220-E3A4A01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32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542CCF-683E-4831-A770-18CE9848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音数・同頭音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2AEBAB-2985-46A6-A1BF-523DB295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2B632E-0C11-4FE0-8974-3479B30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季節・知識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008491-8CDD-431D-B01D-4A3CB45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627C08-43D4-4CF6-94B5-540B3EA4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数量・計数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87C4AC-2E79-456C-A722-19A1FE69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433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2FE9C1-B0BD-4C0B-9F6C-13EF6DB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長さ・高さ比べ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C33513-7923-430F-886F-7CCD405B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8FDDE2-9634-454B-A78B-E706EAC0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お話の記憶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6E515A-05C8-44E4-8A91-AFB1C13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9FBADC-E7C3-471F-9EA5-E8402F2E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置き換え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F957EA-C539-4887-A39A-FF8EFA2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E30B01-4666-4E0E-B249-704D9261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順番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EC39C7-BA28-4074-9622-74050451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動きや変化を見れば、答えが見えてくる問題だけを残す。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4529BE-6997-46F9-A494-ECB3023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388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数字やことばは別カテゴリ。今は入れない。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1BDB7D-855B-4F47-B862-CC99AB9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28207A-BA2D-4B98-8EA9-DEC9FD7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scope map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F50B87-58D7-42BF-A53C-A447C01F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1016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EB340-8570-4261-9B48-25AF08FA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3C7FA-2CAD-4160-BD0B-CD07B2D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D1E1E-FBEC-411B-B944-7BB0A698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71DE-A9B4-457B-969E-DB6B52B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83FA-D27F-4921-A39A-988E0947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7597-7C3B-4815-99E8-6B12436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8F6B9-8F03-4993-8417-3084C45C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13212-B391-4402-9FD2-9DDA5371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02868-2EA1-4DC9-A34A-ADC76206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7D2F7-8221-4D5E-82DD-D5138864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EDCFD-9880-4208-9A10-DC8AF8F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7CF50-AECC-4306-8D39-89E7108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B6016-E2A2-41BE-9007-C80F1CD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49A84-3D99-474A-949A-8C545F4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28E9D-FC31-4067-9A4C-533E3D5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A6883-36CC-453D-8ACF-131B8A0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E11FE-0B5D-4A97-AFB7-A66CFDC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2F67A-4FD9-43DA-BA0F-AFBD9CF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818AC-345C-4FA8-BE57-5579590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651D1-562C-4E79-9571-458C70D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回転: 1回まわすとどれ？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598BE-A0F2-4849-A2E6-4DB9FE2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参考の形を見て、右に 90 度まわした形を選ぶ。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98ED3-DF20-4682-BB7B-9EBCAD4F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733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B1E2A-2027-4DA9-8324-F86BC48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31623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DB82C-1DAD-400B-BA8B-93F6970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733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F2738-20C5-4A9E-9D3D-310CBEE8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E1CDB-3DD8-45DE-B35B-4740195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おてほん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407F1-8707-4068-859F-09C8DFA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22CB7-A0E1-4394-BA1D-AD093DC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右に1回まわす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517D6-E34C-4417-885A-F3AFE1C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57705-7D0A-4571-ACA7-B313C90C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/ B /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B3A3C-1FCB-4B0A-9ADD-1AD1366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2571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87AE2-7965-4D32-AA7A-F2F02EE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190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12275F-2618-49AB-B001-82871564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29" y="3106579"/>
            <a:ext cx="115729" cy="115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D02A66-580B-4218-881B-968FDF20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958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おてほん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40E90C-E181-43F8-BF20-3C6604A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781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D8A24A"/>
                </a:solidFill>
                <a:latin typeface="Aptos"/>
                <a:ea typeface="Aptos"/>
                <a:cs typeface="Aptos"/>
              </a:defRPr>
            </a:pPr>
            <a:r>
              <a:rPr sz="4200" b="0">
                <a:solidFill>
                  <a:srgbClr val="D8A24A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CB8E99-39C5-4184-82DF-05C7116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矢印の向きが変わる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8B9E44-DB50-4E87-9E6C-C909277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990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806339-B6A0-4955-96C8-FC467871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64EA6-303A-4965-92A6-4C1BCF6E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6745F2-81E9-4513-A77B-DE51B727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2D0F8-32BD-46A3-9150-DC6A616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1A8BF0-2384-434D-ACF2-6FAD8E14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408" y="3431858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AD7FF8-55E3-4E1F-98D7-AE267DB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まわしていない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3A371F-D7AC-40B3-830C-08A940BC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990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02E703-D932-4DD5-81A8-BC529D5B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953B59-C657-4DA4-88F1-D88440A4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5E1165-E857-4946-96BD-44E9899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ACD839-5322-4972-9F2C-E4D986C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718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00477A-53D2-4DAE-9656-A7EF4EC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85" y="3431858"/>
            <a:ext cx="56007" cy="56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5EE061-950A-4359-96FF-BFF6D50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24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これが正解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FB862D-0E7B-4F39-A6C3-1A2C6EA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43200"/>
            <a:ext cx="990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713EF6-7297-4F25-8C48-C1466E4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C58DB1-DDB7-4B2F-A2C7-86C6F904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FB6BD6-214B-4F0E-BBD3-57CF2D2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3718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FE49AF-BC30-4A9C-AC56-FF1BFC1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718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64B6D1-CFB0-48AB-B9A9-1F2258E0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985" y="3785235"/>
            <a:ext cx="56007" cy="56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8FA552-9A91-4FFF-BAB3-968AE5D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244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逆向き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379D28-A2D2-4D4A-BD02-F3A12C9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DA3867-8453-419A-83D6-8002523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133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C55CC3-8AD0-4E8B-AC64-9971B20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A79104-2470-421D-9C5C-894AF73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17335A-9F0E-46A0-ADED-FD85138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Correct answer: B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Paper skill: mental rotation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App translation: tap to rotate target until it matches reference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MVP relevance: current Rotation MVP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DE50B0-236B-4258-85E6-0CA7B401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C88F3B-6596-4B5E-B3C9-257EB98C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rotation sample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BBD910-29A3-4C36-BC4B-AC3E406D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7285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B13493-A3DC-4BA9-99A3-82122978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0EE23-A269-4C52-8661-2978C0F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9EB88-4145-4510-A273-75C41DA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689D1-474E-4822-8A9E-AC13EBA0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BC03D-18D8-49FC-BE9D-04FAC10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94FEE-0D1A-4E46-9549-FCD35C6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645BF-E740-47CF-ACBE-2C42F88D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6B979-3B00-4383-8441-B7DAB4A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4DAF4-2BB3-4A75-9DE8-52515ADB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2B1D0-D36E-4658-BF11-14565DC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B042E-4571-43AB-BFFC-6686E796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8B81B-75B5-4484-BE07-C6E8572A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BA82-CEC7-45A4-B67D-576F7C83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E7D6D-55F7-4565-A5A9-C35A2B5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D5953-300D-4280-A5DF-F5646ED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7AE3E-9C3F-4517-AAB7-0E41686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84598-5C28-4342-8244-F16C247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E004E-A033-4C3A-B601-60BB278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13AB7-7286-41C2-8596-FE282C9F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8C95B-0D3B-486D-B6AF-CE4350E0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観覧車: 2つ進むとどこ？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9EABC-9AC0-4550-8E7D-0CEA67D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円の上を、同じ向きで一歩ずつ進む。向きではなく位置を追う。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46D72-F091-4088-8A4C-B0796C6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533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1FBC-7816-4CED-9D51-61A09F6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63436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0480D-9884-4D9D-A0D1-C67BD73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EF155-1AE2-45E6-B9ED-2E39FEA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まわる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B2BB3-721C-4BAB-A605-5B9F62E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DF98A-9D67-4903-90AF-CA9F2B3A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/ B / C の候補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37143-6F56-4771-81CF-9073989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2つすすむと ★ はどこ？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B2F24-AFA6-48F3-848C-AE21BC1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2BEE5-DF62-494F-847A-9D7A39A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7D800-AC91-4A27-9962-DB7DE4C2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0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ED909-D8E4-4C78-90CD-DD05509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59" y="3590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BD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56172-D32B-4A4A-83EC-EF19E1D3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59" y="3590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667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D8789-8842-4FAD-9C67-16E3AD3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59" y="4371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D4DE3-8C55-4040-A36E-AF9B6411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59" y="4371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667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61C77F-B394-4612-A9F5-A62D295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19477-E249-4D34-BC81-5CDAD84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667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1489B-83C5-452C-A1CA-DD60EF64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41" y="4371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3FDE49-24D4-4D36-A574-A8C1B104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41" y="4371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667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4F7197-69D8-415A-8727-C8E02CC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41" y="3590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A2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E171EE-7352-4B9E-A488-63A9B6BE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41" y="3590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667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EEBE60-8CC1-4BCC-AE6C-5595DA4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まわる方向 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D6B089-D0B9-48AF-950B-3CF88DA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1828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375061-51F6-46A0-A26C-E3F767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8F4AED-D0B9-45F4-89C2-241BE87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94BA31-ABA8-4812-BF97-D5F6942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2245C6-336C-4C12-8125-ABDA581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C751A7-4F0A-4686-A625-E75FD50B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1つだけ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01B04B-FFB9-4170-A2E0-8843D7B3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828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7D61A2-3660-43A4-AC6A-67CCEA4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40FDA-356B-4827-933A-CC7D7DB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7B8E59-8B88-4239-8A1D-2339387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52A6AA-F7BF-4FB5-9EE8-A621FFBA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A5A12E-7D49-4880-B57C-883B4F0A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正解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46522C-7A9B-4105-8BF6-2A8AC5B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28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E0F578-3CE9-4D6C-A85B-E678038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CCE603-4052-477B-B364-00C737C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C5AD7B-14E6-4DD8-9C83-8C2CE61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052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6D22F4-4445-4638-B8C5-280B481E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386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2E485A-0202-4739-9670-3079BD90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別の位置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5BC55-85D9-4AD3-805D-157F2089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00134F-2E21-4F7C-8FBB-1C03843E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7FB2DE-F803-43AA-A1F8-9B565E42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52E2D0-55B5-4E9E-B5C4-E2D9E95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023677-6918-4FC9-ABC6-E4FCC8AC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Correct answer: B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Paper skill: cyclic position tracking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App translation: step wheel forward and predict position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Difference from Rotation: object orientationではなく、位置の追跡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55E07A-1998-4501-9B21-BFAEF0C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BD7416-DC33-4613-ADC2-4CB384CD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2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24A"/>
                </a:solidFill>
                <a:latin typeface="Aptos"/>
                <a:ea typeface="Aptos"/>
                <a:cs typeface="Aptos"/>
              </a:rPr>
              <a:t>ferris wheel sample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FBFD9A-E223-44D8-9406-6353760D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2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2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163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6E043-F0C2-47EE-A1EF-25E81E73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1252-B291-4BB8-9E0B-A562516C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44A04-97C4-421D-82E7-41AE8D5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99D10-223F-4E2F-8202-6187EB4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E85F-8375-48AA-99E9-11A75C8D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BB7B-7326-4FE9-89A8-55AD481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6ADD8-4CA8-4607-A786-060C6C7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39D0-12C3-4F29-B979-9EF740DB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BCEEC-227D-4E15-8DF0-FF6A460F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8EC54-F85B-4507-9205-D9B6566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DB32E-68C6-4D34-A194-2BEE8F73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155FA-E0A3-4CF9-ABAF-57A9A0D2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488E4-0A1E-4AAF-8262-A70C65EC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47645-70A7-4D58-8A07-5A5A8B70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AAE06-8825-4A1D-81BA-FB97248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1A913-5D03-4926-BA16-B3B81FC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0ABE1-02BF-4064-A31E-2A0A989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A7C64-4113-4905-88C1-8EA9CE54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C14F8-8070-4D59-A210-DC34BD2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94659-5383-453F-9B68-0B2BF4B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鏡: かがみにうつすとどれ？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1F182-77B4-4E44-8FE3-9E209A5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左右がひっくり返る。まわす問題とまちがえない。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163B9-AFF1-4AA2-ACFC-2513C3C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629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E3C00-5493-42E6-8BAF-20120CD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62484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E8001-0486-432C-A36E-D27A5A1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4BB9B-5021-44B6-A4F6-D417F14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もとのかたち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FDA7A-65C6-4A29-A543-2862F4F5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B15CD-C7C6-462C-8E9C-BD2C777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かがみ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91A83-8A05-4534-BAB2-F5A567A2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5665B-FA20-467C-99B2-F4EEA4AA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/ B / 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587CE-9182-462A-ADE8-D81E0BA4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3305175"/>
            <a:ext cx="291465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DFA83-CD2B-44B0-A6F0-E5D38B3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" y="4568190"/>
            <a:ext cx="1327785" cy="291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6209EE-FD88-40B2-8156-114056A6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2948940"/>
            <a:ext cx="356235" cy="356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1E146-DDB0-4E67-9FBD-192E8CA5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" y="3467100"/>
            <a:ext cx="291465" cy="291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BD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A30AE-4784-4E37-80E5-B2D48CE3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19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93999-39AE-4F9D-9C05-173D3885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かがみ線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26ABA-1616-47AE-A091-6185215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257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333918-6DB0-4204-9085-0DCBD3E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94A4A6-F435-41F9-8059-6005D77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05402-D0CB-48F3-8ECF-5E722DA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3786188"/>
            <a:ext cx="180023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31E80-2045-4AB7-89E0-5F079BB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4566285"/>
            <a:ext cx="82010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5FB469-51CE-4F42-B406-B64FF80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3566160"/>
            <a:ext cx="220028" cy="220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9A6758-563A-4E58-81FE-2F3D526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028" y="3886200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BD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3C1071-C230-4E8F-A6D5-3C81922F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62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まわしただけ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05D055-FEBB-43E2-8FA8-8C040749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257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6AD0B7-E91C-415F-A0A2-08788725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FDE05D-D278-401C-8E83-D5030B3D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7ECEC3-A2A9-4CEF-BDD2-B0826715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923" y="3786188"/>
            <a:ext cx="180023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B944A9-7FE6-44FC-84F5-E9C608D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923" y="4566285"/>
            <a:ext cx="82010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89A6A0-0048-4F81-BBC7-A58E883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566160"/>
            <a:ext cx="220028" cy="220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4039A4-BA52-417D-AA7F-0E2AE278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928" y="3886200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7BD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FF3E85-6E8B-4970-916D-BE99ADE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そのまま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95BAE1-4786-41CC-B337-E7B68958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257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125543-C80C-4DED-8FA0-3121ED1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7FA8A3-0202-4816-9A2E-4B89D2C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F7454D-DB83-426C-AEF1-680F1ABE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823" y="3786188"/>
            <a:ext cx="180023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B81877-C751-468E-86EE-182F981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823" y="4566285"/>
            <a:ext cx="82010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AFDBB3-9BD6-4F9E-9CE3-7C0807B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860" y="3566160"/>
            <a:ext cx="220028" cy="220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804167-A66C-4179-A566-9FDABC2A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915" y="3886200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D75EB8-0B9A-44B3-B33F-021EB83B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正しい鏡映り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89FFCF-E848-4353-8A1B-3482167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2EC739-6CBF-45F3-99B7-E17A02B3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790F00-F7D0-4AAE-AC72-7B9B9D2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96EBD3-C864-4CC3-8C31-C67A0F9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DCBF2F-3534-4C53-A5BD-C22DEF5A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Correct answer: C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Paper skill: left-right reversal / symmetry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App translation: drag across mirror line and see reflected shape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Common misconception: rotate と mirror を混同する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F829AD-F39A-4073-8E7E-12247C7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7946E7-AB32-4CA6-99D3-869C5B4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mirror sample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4E5185-0C0C-4732-9772-D722136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6B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80559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0B705-601B-4883-8A7D-FF36E5C7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97B8F-10D8-4BFA-8F1E-5A3E063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CADB1-2946-4726-9B12-C734260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B14E-41AA-4607-8FAE-C3B3B14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07944-076B-4CAB-B6C0-F820857A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37CEC-46C0-4734-BD56-C0B5261B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159C7-B150-4B70-9A72-1D949EDB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80E0D-EC70-472F-96FF-EDAC5407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8AF52-6810-41C6-B8E9-BF8E565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E938A-04A9-4788-859B-FE7B337B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67437-E19E-491D-8983-A8FB65E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816D9-0D26-424C-9DB2-BEDF38B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9640-D00D-4D26-A20C-D317AC86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2EC96-E7C4-4E19-AAA7-6F481B28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ED1E6-1DAD-4262-8C14-3ECEB95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77179-1957-43BF-A717-13566EB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823A3-E5FE-49E6-9E24-5A9B796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F4C0B-02D1-44FA-B67A-823F593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B8757-2AC6-440C-BA21-C3C7B6F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67EB8-5372-453B-87F3-1C2D7C98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折り紙: ひらくとどうなる？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12145-6D70-4D24-918D-8D0A9FC4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折られた紙の中に、見えない形がかくれている。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06EF9-EC0E-4348-84EE-6B32FD5F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733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C2838-6DAB-47DC-8047-74DBC877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067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5555C-802C-478B-9188-516B0CB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382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80B33-274C-4B29-ACF4-A0E07D9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CCAB8-FCE4-4BEC-94D9-552925A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おった かみ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183A4-E99F-4D74-A216-3E94DE11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241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/>
          </a:solidFill>
          <a:ln xmlns:a="http://schemas.openxmlformats.org/drawingml/2006/main" w="0">
            <a:solidFill>
              <a:srgbClr val="D8A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705FB-B73F-4177-9BF6-820FAE03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241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ひらくと？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0A4B9-4FD7-47A9-AE54-3AEC5725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9DFEB4-2422-489D-AD56-390A7A35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/ B /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B20C4-1656-427B-BCD7-D4F5A07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24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189BC1-5393-4711-A831-CCB5E8B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19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CA2CE-9CCE-4AD2-BC90-D306B27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おった かみ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83220-183B-4578-82AA-A4CE93A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095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FAC37A-F466-4DD6-9494-19C8FAF5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62300"/>
            <a:ext cx="1095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7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FC1680-F931-46B7-A6A5-5AF36078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31C1B-1927-4F14-B723-9F739A4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ひらくと？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B2FDAD-C069-4B86-910E-272F207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半分におる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9BD96F-1972-4536-8716-59F4143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52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折り目のむこうに</a:t>
            </a:r>
          </a:p>
          <a:p xmlns:a="http://schemas.openxmlformats.org/drawingml/2006/main">
            <a:pPr algn="ctr">
              <a:defRPr sz="150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同じ形が出る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181D0D-A032-41F2-92BA-D7DAB38F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D8A24A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D8A24A"/>
                </a:solidFill>
                <a:latin typeface="Aptos"/>
                <a:ea typeface="Aptos"/>
                <a:cs typeface="Aptos"/>
              </a:rPr>
              <a:t>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D2480F-95A1-48D6-BC2B-F8D8D30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9906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A07C76-6681-4A95-8380-11EFD11B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0171F9-3207-46C3-9E79-9CE1778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5DB038-95A8-4991-958E-0A5330A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609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A6F322-7C13-4903-B851-0061043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4BB3C-965C-405F-870B-9E5D041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05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穴が1つ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02D505-48A8-40C4-B9E6-67F5707A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2250"/>
            <a:ext cx="9906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4756BD-9621-40A0-AD24-0E64D9D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CAE14C-658A-420C-AC08-7DBD3600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4DB85-36A9-4F38-B360-76BD3F7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609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2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F3E003-DBA5-43A3-BB74-5DB1F52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868606-CCB0-4BD1-ABF9-314D4C90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0A9976-1765-41D2-AF35-C4FF55AE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5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ずれた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26E030-BEDD-4BCF-8E9C-7333A182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62250"/>
            <a:ext cx="9906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011A9B-EDFF-41F5-B6BC-902F2C2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0ECF82-0BC3-4B19-9A24-504F1156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95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6D750E-4543-4281-8AED-9B3A7A2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09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20407C-8849-4462-BCC6-8DAAB06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D44E42-D8D4-4F21-81EC-697EFFE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2B2202-DA21-48B6-93A3-265F932C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053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左右対称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3FFADD-E21C-413A-964E-77C1564A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3067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4BC7B0-995D-4799-96EE-B9BB987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133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C5AE28-93C5-46BD-908B-E5DC2A4A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E38F81-EBE1-4DED-9CC6-2676D28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9EE948-75F2-4949-8C69-548D65D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67200"/>
            <a:ext cx="276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Correct answer: C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Paper skill: symmetry through folding / hidden transformation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App translation: fold, punch/cut, unfold animation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7F83DD-D1D5-4C6E-A33C-E8054568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C1A56D-87CD-4C8B-B910-B687B7A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folding sample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74BF84-525A-4AA5-9E5A-6F08DA9E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8094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01BE7-8321-4552-BEB6-7F888AE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E7E75-D1FE-4A1B-A8D9-517058DD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8BE8-3756-4CA9-8FAB-2D8A9F3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0AEDE-15BB-4B3D-AE6B-1F5A9AC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80BB-BB93-470B-A9D0-9CA315E8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2C71E-E068-48A6-958B-F1AA3D67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4A5ED-3AD2-4ADE-A7F7-323BB098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5AF14-6A07-42EE-B0BA-C9259741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02DC8-EF7C-4B9C-BAD0-B57CAE50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57D9F-09DB-4723-AE69-D7A76E26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8ACCB-E6D0-4598-91C2-B7B5C75B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1DA4D-13D9-475C-8155-FD45C17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BE9BA-B896-4620-A888-FE4F6CB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799C9-6F83-4AD4-AD76-7019384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B9071-84C2-4479-AFFD-A52569A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07ED6-F665-47C8-82AF-CD0154B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4EC9A-4E83-45A8-BE2A-F3A15BA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63807-5685-4244-B9A9-3B204D5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F17D5-2EBF-4252-85FF-406DAB7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DF5FA-AC8F-4649-AFAB-67906030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重ね図形: かさねるとどれ？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D43E5-ADAE-4B5A-BB5E-695C4956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透明なカードを重ねると、かくれる形と見える形が変わる。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1B9E7-A970-4D40-A2B2-FF69EB86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533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D97AB-02EB-46E0-865F-E8B0703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63436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0E514-1B76-46D4-A8B0-BD66307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CBAA1-C3FB-47EA-9EAE-315FEC07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カード1 + 2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4856D-5196-43AF-A9D3-5000BA00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8243F-40E2-43BC-9285-BE9BD8A2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/ B /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81821-309F-4F69-A566-3030027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733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4AE0D-76C1-4E9E-A5DB-2BA2DA9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ED9">
              <a:alpha val="33333"/>
            </a:srgbClr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E6F6F-F074-4566-A0F7-A0DFDCB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052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>
              <a:alpha val="40000"/>
            </a:srgbClr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66947-F22C-4907-AF53-BFED8C71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545E2-64B6-483A-AEB5-055D45EC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95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BD"/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CB68D-1166-480E-AA14-7838E53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カード1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F12045-203D-40DA-BEB8-F9173BDF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0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かさねる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CF19D3-EC0F-4F1C-A121-31C1366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かさなったときの見え方を考える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40664-D1FD-438C-AFC0-E2678812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1676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6CC79-4BC1-4EB5-A7FB-DA5766D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FA58D7-C635-4D3B-AE10-294E07D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5A9665-9705-485E-9055-E37CAB1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ED9">
              <a:alpha val="13333"/>
            </a:srgbClr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8210E-7121-4FDF-BDE0-C161374D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87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>
              <a:alpha val="13333"/>
            </a:srgbClr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DC88FD-3F9D-41A1-994B-BE1A08F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ただ重なった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7F5B1E-9095-452B-86C7-52A6DD8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676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E89AB2-50AF-4FC1-9C9F-E0B33F7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3A9474-D921-4D5A-A554-EA664174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ACBCC-847B-4011-AB9A-EC6FC3F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ED9">
              <a:alpha val="20000"/>
            </a:srgbClr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E9D317-8532-483A-9E1C-AACFF7A3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>
              <a:alpha val="33333"/>
            </a:srgbClr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AC1FA-6091-4D9F-B812-C24836E8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8D1339-6642-4936-8606-679BF8C1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これが正解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FAA076-05AB-41E7-8441-045DD38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1676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BE1AFE-B2A5-4BEF-A36B-AC8E2B50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02624A-5823-44A6-8F6E-7C4897E0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C206BD-1BCD-4A70-92A8-CB03448B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114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24A">
              <a:alpha val="13333"/>
            </a:srgbClr>
          </a:solidFill>
          <a:ln xmlns:a="http://schemas.openxmlformats.org/drawingml/2006/main" w="19050">
            <a:solidFill>
              <a:srgbClr val="D8A2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2344BB-A041-4D50-919A-C95B674D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6B5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575858-C660-4A3B-84D0-E34AA96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62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隠れ方が違う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8AE55F-A64C-4893-8EE9-AE210C7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FA34AE-FA7D-4E29-A384-DBDC80E3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152753-35FF-43B9-A301-60BCDA6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851E9A-DB91-41C5-975F-0715E9C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9B10E0-A295-465C-BEF0-3DA06C9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Correct answer: B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Paper skill: overlap / combined shape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App translation: drag transparent layers together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683810-BD8B-4494-B764-C2C1BFC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E9E185-EB71-41C4-8B28-8CC1FC41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layering sample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C8DA6-70DE-4A07-8C3A-776928FC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67998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92126-DB4F-4E8C-AB03-5626A65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D5BE7-999F-452E-87F7-410D0663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536BC-FECD-4D38-8186-556D6B6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C4025-E117-425E-A8F1-F5D28BA2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5A8BE-E7EB-49E6-BF22-FF07983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E50C5-453A-4FAA-A744-730F740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8E911-2B1E-4122-A0B6-F29B5A3D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2BDC8-A13D-4038-89C1-3FD8DCDA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D8F28-13C3-46A8-A983-EEC138D6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490B4-D6B9-4B9B-8074-6EA1A57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C3F5B-A006-4BC9-BF00-83505C0F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46EA7-1A67-42C8-855C-BA9F18F4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6B028-51B3-4C5A-BB2B-6E4DB904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D9F94-06DC-46E5-ACE8-FBB90E5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767CC-E27E-48AE-9F08-0622A396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A4362-C030-4B2D-A90C-DB5BF2A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AAC4F-D3F3-4787-9580-7B625C2B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F0D05-0F77-4E46-A79F-79C16779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9A509-9368-45B5-8A04-E88CAF8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B0C8C-D007-401A-AD22-9D801CE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将来の3D候補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59783-CE87-43BC-BD24-C7D757E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ここは詳しい問題にしない。3D の動きが必要な候補だけ並べる。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D32A2-0A0B-41B4-830A-C4C0E7EF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106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467E3-5630-4DE1-A13C-020342D5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9207D-691E-41A7-8851-4EADCD17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 future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EC5BD-AA33-4F9E-924E-2C42738F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3D interaction が強くなる問題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687AC-0591-435C-A12B-2BE15A52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0DE19-AFAF-4E6B-A049-7B383CF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09D45-4B29-4916-91BC-02617D1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C5CD0-C946-4951-B4BC-27BE38D6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5624E-9E90-42DC-8AA8-AA44C89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AE138-6D72-49D1-8282-B2141D4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F5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14AA7-F4E0-4019-B5EC-ED604F1E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さいころ展開図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F778D-C9FD-464C-A0A6-07866BE3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net → cube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FADC8-0B21-4234-9D5C-8BE93B8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623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43664-D5F5-4553-AFE3-5A3904E7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10096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B037FB-2939-4CA3-9085-7270AAA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5FDB96-240F-43AF-80F9-BC63E8A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solid → slice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73E07D-8B61-4FF2-8BC6-954484D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292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切り口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F1812A-D85A-40A2-A6AE-343A4956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5780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solid → slice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A98096-CEEA-435C-A971-9FBA0D4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1809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E345C1-C2F7-447D-AFE7-2FB8ED38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8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0B4457-825B-4236-AEAD-6E4FF3B4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497738-045A-46A9-9BD0-5392F9B8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94B4A8-B777-4329-926E-6DD9B6E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blocks → top/front/side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63D4E0-8DFF-4CE4-9604-B01F45D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積み木・見え方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EFAB11-2A10-46F8-A7C7-F641E74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blocks → top / front / side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277D52-4119-45A1-B448-DF47515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8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3EF51A-AEF0-42C4-8600-B5583D83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React Three Fiber</a:t>
            </a:r>
          </a:p>
          <a:p xmlns:a="http://schemas.openxmlformats.org/drawingml/2006/main">
            <a:pPr algn="ctr">
              <a:defRPr sz="15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に向く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24B2FC-5041-46A1-9A89-80D0B4C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3D scene logic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D76C7-FE6E-402B-94D5-CF3C18D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2440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05CB21-77E1-46B3-81F2-F80D9CC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24400"/>
            <a:ext cx="13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40FB8C-BB1C-4E60-9176-CFA590FA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57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45D2F1-07F5-4352-9444-47410F6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577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60EC9F-1D5E-4B9B-8ED3-40D17BC4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006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These are P2 future candidates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Need stronger 3D interaction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React Three Fiber is suitable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ED67BE-74A7-4743-8F8A-1E8F680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D8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27673C-2A30-48FA-AFA2-3F480865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future 3D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BA31CA-D537-4DC8-A184-8E168CF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5D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D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63321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CA8F1-540E-494B-8C7E-22C876A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C"/>
          </a:solidFill>
          <a:ln xmlns:a="http://schemas.openxmlformats.org/drawingml/2006/main" w="0">
            <a:solidFill>
              <a:srgbClr val="FBF6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0AF9-ABFE-4EBC-84C7-93F9877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819E1-41D2-4E5F-ABB6-83A85C5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8EDCF-931C-40E7-B781-2AA26BA5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6E4E6-6C80-41CD-A8C8-6C976E6A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26D2-1247-48E0-9770-28D2443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D885A-CEA4-42EA-9206-C29DED02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CA4C7-0A53-402F-AD0B-DB1DDFDE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13985-6D8B-4BDA-A280-CA7D68E0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7C296-D54D-40EB-80E4-2FDB98C7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B5F8E-1079-492F-9459-F924E759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6C7D3-400C-46D3-9872-60F92F4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0D841-FEDA-4FD4-9F5F-6D23AFF3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DB2F7-CE40-4A63-B68D-BC8CF9A8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DF419-4BA7-40EE-92E3-A90B2B0A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48DEA-2004-4B28-B8E7-8FA0E97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FC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BFAFB-295A-4022-944C-3D10102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D9C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0C231-6AB5-49B2-8E03-15C7ACB8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98644-0A84-441A-AE4D-BB3B3F02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FE1D8-D49F-4267-8B32-FABF8AB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3443"/>
                </a:solidFill>
                <a:latin typeface="Aptos Display"/>
                <a:ea typeface="Aptos Display"/>
                <a:cs typeface="Aptos Display"/>
              </a:rPr>
              <a:t>このサンプル問題の使い方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07262-F896-47AA-937F-4EF414E0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次のゲーム種別を考える前に、このデッキを先に見る。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9066C-10D3-4D7D-9843-95A5368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334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BDF37-CE38-4FCC-9AAD-6A8B70D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334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0F524-77CF-4D44-BA0A-D47ABA6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BB80C-3BBF-41AE-8D91-A853CF7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使い方ルール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EA6A5-A54E-4E89-97AC-26B5EF6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38106-B4C9-4FE4-983B-7044622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進め方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CE555-770D-488E-BF01-151C91B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BD18C-10F7-4896-BED5-8AF28585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実際の PDF はコピーしない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75B43-279E-45BC-B404-4F830BB7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E4FC9-053E-47BA-B1FA-77395D7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サンプル問題は自作する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86985-2D5E-4355-BF1B-5055D4B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32A56-A1D8-47A5-85FF-B055B8CE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1ゲームは 1つの認知スキルに絞る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21222F-C05C-4EBA-A6C4-C58D3830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4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0EC42D-49E1-4844-B95E-B4CA847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まずは Rotation MVP を安定させる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39DCFA-4687-4F28-A7F8-F518AD6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FA9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ED0EE2-46F8-4D77-99A8-D8AB1E03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P1 以降は Mirror / Folding / Layering の順に検討する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B22FB6-AB6A-42DB-B4BF-A4C42B1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9184F8-2CA2-484B-AA64-BFA7E167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441DD2-F41F-4E48-9F91-4D2B04C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PDF を読む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BF70D7-9C44-4531-A4F8-7D54AD47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参考は抽象化だけ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15D7F8-35FD-4281-8676-9FA0FDAF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765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7FA96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EC482A-5E5D-4269-839E-2B72167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9BC013-54A2-4326-8171-B07CFC8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88FFFF-4594-44E1-8CC8-59B4F5C3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問題タイプを切り出す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C2268C-7C51-4F0E-A8D3-CC375DE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回転 / 鏡 / 折り紙 / 重ね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E6A446-A5DA-4402-A406-AD987801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56B5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C57771-6FAD-4C3E-837F-0CE9E79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96A"/>
          </a:solidFill>
          <a:ln xmlns:a="http://schemas.openxmlformats.org/drawingml/2006/main" w="0">
            <a:solidFill>
              <a:srgbClr val="7FA96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548531-AC50-4880-BC82-D174EA7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770370-00C9-4374-9250-1B63967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自作問題を描く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CB4494-5A37-4BBD-A9F7-C608926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読みやすさを優先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EAF71C-2894-4CA8-BA4D-28C341E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100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7FA96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5C51EF-A421-4221-8496-32236223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2BCD70-C707-43A5-8E8E-BB99FFD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AB6E78-BEF8-4B75-B30D-CEE1889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006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443"/>
                </a:solidFill>
                <a:latin typeface="Aptos"/>
                <a:ea typeface="Aptos"/>
                <a:cs typeface="Aptos"/>
              </a:rPr>
              <a:t>ゲームに変換する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47B5B9-FA38-4220-A549-57BA981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6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677"/>
                </a:solidFill>
                <a:latin typeface="Aptos"/>
                <a:ea typeface="Aptos"/>
                <a:cs typeface="Aptos"/>
              </a:rPr>
              <a:t>触ると理解が進む形へ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11BD4-2D06-4470-B0B7-9B795697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B5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BF4FF3-E87E-4D74-B921-D3B687A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13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829CF3-394E-4FF9-B747-2FFDD6E1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91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05D5F0-9F4E-4505-B333-A8C076D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91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たしかめ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A57686-8469-4FC9-986D-20893F0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339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Canon = this presentation deck</a:t>
            </a:r>
          </a:p>
          <a:p xmlns:a="http://schemas.openxmlformats.org/drawingml/2006/main">
            <a:pPr algn="l">
              <a:defRPr sz="975" b="0">
                <a:solidFill>
                  <a:srgbClr val="24344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443"/>
                </a:solidFill>
                <a:latin typeface="Aptos"/>
                <a:ea typeface="Aptos"/>
                <a:cs typeface="Aptos"/>
              </a:rPr>
              <a:t>Not app UI assets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393807-718D-4AF7-89C9-FB3B2D3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05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96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DEE5B0-73B7-422D-98EA-23C4042A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05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how to use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0C7D70-D880-45C3-9A6B-E6DDFD4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A9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FA9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5785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2026-05-15T11:05:06.0940000Z</dcterms:created>
  <dcterms:modified xsi:type="dcterms:W3CDTF">2026-05-15T11:05:06.0940000Z</dcterms:modified>
</coreProperties>
</file>